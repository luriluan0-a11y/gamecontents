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윤임(교원)" userId="51bdc436-cd90-46eb-9091-c929d04751e1" providerId="ADAL" clId="{08C8D190-C391-41A3-97AB-224F9BC18FFF}"/>
    <pc:docChg chg="modSld">
      <pc:chgData name="이윤임(교원)" userId="51bdc436-cd90-46eb-9091-c929d04751e1" providerId="ADAL" clId="{08C8D190-C391-41A3-97AB-224F9BC18FFF}" dt="2026-08-31T14:09:09.087" v="20" actId="14100"/>
      <pc:docMkLst>
        <pc:docMk/>
      </pc:docMkLst>
      <pc:sldChg chg="modSp mod">
        <pc:chgData name="이윤임(교원)" userId="51bdc436-cd90-46eb-9091-c929d04751e1" providerId="ADAL" clId="{08C8D190-C391-41A3-97AB-224F9BC18FFF}" dt="2026-08-31T14:08:51.777" v="18" actId="20577"/>
        <pc:sldMkLst>
          <pc:docMk/>
          <pc:sldMk cId="0" sldId="256"/>
        </pc:sldMkLst>
        <pc:spChg chg="mod">
          <ac:chgData name="이윤임(교원)" userId="51bdc436-cd90-46eb-9091-c929d04751e1" providerId="ADAL" clId="{08C8D190-C391-41A3-97AB-224F9BC18FFF}" dt="2026-08-31T14:08:51.777" v="18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이윤임(교원)" userId="51bdc436-cd90-46eb-9091-c929d04751e1" providerId="ADAL" clId="{08C8D190-C391-41A3-97AB-224F9BC18FFF}" dt="2026-08-31T14:09:09.087" v="20" actId="14100"/>
        <pc:sldMkLst>
          <pc:docMk/>
          <pc:sldMk cId="0" sldId="260"/>
        </pc:sldMkLst>
        <pc:picChg chg="mod">
          <ac:chgData name="이윤임(교원)" userId="51bdc436-cd90-46eb-9091-c929d04751e1" providerId="ADAL" clId="{08C8D190-C391-41A3-97AB-224F9BC18FFF}" dt="2026-08-31T14:09:09.087" v="20" actId="14100"/>
          <ac:picMkLst>
            <pc:docMk/>
            <pc:sldMk cId="0" sldId="260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51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19088"/>
            <a:ext cx="12188952" cy="10972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드림하이파이브-덕수중 진로캠프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프로그래머 직업인멘토링 및 실무체험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DD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캐릭터 챗봇 만들기 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덕수중학교  ·  유한대학교 </a:t>
            </a:r>
            <a:r>
              <a:rPr lang="en-US" sz="1400" dirty="0" err="1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멘토링</a:t>
            </a:r>
            <a:r>
              <a:rPr lang="en-US" sz="14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ko-KR" altLang="en-US" sz="14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이윤임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오늘의 순서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개발에서 프로그래머의 역할</a:t>
            </a:r>
            <a:endParaRPr lang="en-US" sz="1900" dirty="0"/>
          </a:p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바이브 코딩이란?</a:t>
            </a:r>
            <a:endParaRPr lang="en-US" sz="1900" dirty="0"/>
          </a:p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프로그래머들이 사용하는 프로그램</a:t>
            </a:r>
            <a:endParaRPr lang="en-US" sz="1900" dirty="0"/>
          </a:p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웹 앱 개발 기초</a:t>
            </a:r>
            <a:endParaRPr lang="en-US" sz="1900" dirty="0"/>
          </a:p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마크다운을 사용해보자!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AI 캐릭터 챗봇을 만들어 보자</a:t>
            </a:r>
            <a:endParaRPr lang="en-US" sz="1900" dirty="0"/>
          </a:p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챗봇 설계표 작성 &amp; 다운로드</a:t>
            </a:r>
            <a:endParaRPr lang="en-US" sz="1900" dirty="0"/>
          </a:p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구글 AI 스튜디오로 개발하기</a:t>
            </a:r>
            <a:endParaRPr lang="en-US" sz="1900" dirty="0"/>
          </a:p>
          <a:p>
            <a:pPr marL="342900" indent="-342900">
              <a:spcAft>
                <a:spcPts val="2400"/>
              </a:spcAft>
              <a:buSzPct val="100000"/>
              <a:buChar char="●"/>
            </a:pPr>
            <a:r>
              <a:rPr lang="en-US" sz="19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완성 예시 구경하기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🧑‍💻  개발에서 프로그래머의 역할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기획자·디자이너가 그린 아이디어를 실제로 동작하는 프로그램으로 만드는 사람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요구사항을 컴퓨터가 이해할 수 있는 단계별 논리(로직)로 잘게 쪼개는 역할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컴퓨터는 사람처럼 “알아서” 해석하지 않기 때문에, 애매함을 없애고 정확하게 지시하는 것이 핵심 능력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0881360" cy="777240"/>
          </a:xfrm>
          <a:prstGeom prst="rect">
            <a:avLst/>
          </a:prstGeom>
          <a:solidFill>
            <a:srgbClr val="FFF8E6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5394960"/>
            <a:ext cx="54864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그래서 프로그래머는 글보다 순서도(Flowchart)로 소통합니다!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  프로그래머는 글보다 순서도를 씁니다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사람끼리는 “적당히”, “알아서”, “있으면” 같은 표현으로도 대화가 통해요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이런 말은 사람마다 다르게 해석될 수 있어요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프로그래머는 조건과 흐름을 순서도로 그려서 오해 없이 정확하게 로직을 전달해요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순서도가 왜 필요한지, 유명한 유머로 확인해볼까요? 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🤦  순서도가 필요한 이유 - 유명한 유머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4864" cy="594360"/>
          </a:xfrm>
          <a:prstGeom prst="rect">
            <a:avLst/>
          </a:prstGeom>
          <a:solidFill>
            <a:srgbClr val="4D8F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🗣️ 아내: "마트 가서 우유 하나 사 와. 그런데 계란이 있으면, 6개 사 와!"</a:t>
            </a:r>
            <a:endParaRPr lang="en-US" sz="1500" dirty="0"/>
          </a:p>
        </p:txBody>
      </p:sp>
      <p:pic>
        <p:nvPicPr>
          <p:cNvPr id="8" name="Image 0" descr="./assets/programer.jpg"/>
          <p:cNvPicPr>
            <a:picLocks noChangeAspect="1"/>
          </p:cNvPicPr>
          <p:nvPr/>
        </p:nvPicPr>
        <p:blipFill>
          <a:blip r:embed="rId3"/>
          <a:srcRect l="-51351" r="-51351"/>
          <a:stretch/>
        </p:blipFill>
        <p:spPr>
          <a:xfrm>
            <a:off x="694943" y="2148840"/>
            <a:ext cx="9762041" cy="3383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solidFill>
            <a:srgbClr val="FFF8E6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0080" y="5806440"/>
            <a:ext cx="54864" cy="5943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5806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계란은 0개, 우유는 6개! "계란이 있으면" 조건이 우유 개수에 걸려버렸기 때문이에요.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🎨  바이브 코딩(Vibe Coding)이란?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자연어로 “이런 걸 만들어줘”라고 말하면 AI가 코드를 대신 짜주는 방식의 프로그래밍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몰라도 만들 수 있어서 노코드 방식이라고도 불러요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초, AI 연구자 안드레이 카파시(Andrej Karpathy)가 이 표현을 쓰면서 유행하기 시작</a:t>
            </a:r>
            <a:endParaRPr lang="en-US" sz="1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“코드가 있다는 사실을 거의 잊고, 그냥 AI에게 말로 시키면서 결과를 보는 느낌”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🛠️  프로그래머들이 사용하는 프로그램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프로그래머들은 코드를 작성할 때 다양한 IDE(통합 개발 환경)를 사용해요.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🅰️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 Studio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3832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22402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816352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16352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IntelliJ IDEA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9504" y="33832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 개발 인기 IDE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92624" y="22402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92624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🍎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Xcode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65776" y="33832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애플 기기 앱 개발용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68896" y="22402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168896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68896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42048" y="33832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개발 전용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45168" y="22402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345168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💙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45168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0" y="33832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기능으로 IDE처럼 사용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solidFill>
            <a:srgbClr val="FFF8E6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54864" cy="7315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68680" y="4572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오늘 개발은 구글 AI 스튜디오(aistudio.google.com)를 사용할거에요!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  웹 앱 개발 기초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기본적으로 3개의 파일이 필요해요.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2286000"/>
            <a:ext cx="3291840" cy="5029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🧱  HTML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34440" y="2788920"/>
            <a:ext cx="3291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17320" y="2971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화면(front)의 구조를 잡는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태그들이 있는 파일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3291840" cy="502920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4632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🎨  CSS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2788920"/>
            <a:ext cx="3291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2971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디자인을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적어놓은 파일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58200" y="2286000"/>
            <a:ext cx="3291840" cy="502920"/>
          </a:xfrm>
          <a:prstGeom prst="rect">
            <a:avLst/>
          </a:prstGeom>
          <a:solidFill>
            <a:srgbClr val="2F8F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5820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 JS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458200" y="2788920"/>
            <a:ext cx="3291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41080" y="2971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동작을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구현해 놓은 파일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"교육용 앱 만들어줘"라고 하면 3개의 파일을 만들어줘요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"교육용 앱을 단일 파일로 만들어줘"라고 하면 1개의 파일로 만들어줘요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프로그래밍 공부의 어려움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6126480" cy="685800"/>
          </a:xfrm>
          <a:prstGeom prst="rect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4864" cy="6858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🙅 생성형 AI와 사랑에 빠지지 마세요! = 배신 당하니까요.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토큰이 부족하기 때문에 오늘은 3번 정도만 실습해 볼게요.</a:t>
            </a:r>
            <a:endParaRPr lang="en-US" sz="1500" dirty="0"/>
          </a:p>
        </p:txBody>
      </p:sp>
      <p:pic>
        <p:nvPicPr>
          <p:cNvPr id="9" name="Image 0" descr="./assets/ant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554480"/>
            <a:ext cx="4480560" cy="4480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 마크다운을 사용해보자!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그동안 쓰셨죠? 프롬프트만 쓰면 재사용하기 어려워요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MD(마크다운) 파일을 만들어볼 거예요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마크다운은 프롬프트를 정리·저장·재사용하기 좋은 텍스트 형식이에요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0881360" cy="685800"/>
          </a:xfrm>
          <a:prstGeom prst="rect">
            <a:avLst/>
          </a:prstGeom>
          <a:solidFill>
            <a:srgbClr val="EAF1F9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5394960"/>
            <a:ext cx="54864" cy="6858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5394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📘 참고: 마크다운 완벽 가이드 페이지에서 문법을 익혀보세요!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AI 캐릭터 챗봇을 만들어 보자!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오늘 만들어볼 것 → 나만의 캐릭터와 대화하는 챗봇 만들기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AI 캐릭터 챗봇이란?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성격과 말투를 가진 캐릭터가 사용자와 대화를 나누는 콘텐츠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속 NPC, 교육용 튜터, 상담/힐링 캐릭터 등 다양하게 활용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🎭 페르소나(Persona)란?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캐릭터에게 생명을 불어넣는 설정값 — 이름, 말투, 성격, 세계관으로 구성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페르소나가 뚜렷할수록 챗봇이 매력적으로 느껴져요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챗봇을 만들 때 규칙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 일관성 유지 · “규칙 기반” 챗봇 — 핵심 키워드에 반응하도록 설계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질문엔 캐릭터답게 자연스럽게 회피 · 대화 흐름(인사→응답→마무리)을 미리 설계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  챗봇 설계표 작성 &amp; 다운로드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"챗봇 생성기" 페이지에서 칸만 채우면 설계 마크다운이 자동 다운로드!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1단계. 캐릭터 기본 설정 — 이름·정체·성격·말버릇 등 8문항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2단계. 키워드 응답 설계표 — 필수 카테고리 8개 + 자유 카테고리 (표의 한 줄 = 코드의 한 줄)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3단계. 예외 상황 — 첫 인사말(GREETING), 회피 대사(FALLBACK_REPLIES), 초기화 메시지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🎲 “샘플로 채우기” 버튼을 누르면 고양이 캐릭터 “레오” 예시로 바로 체험해볼 수 있어요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 구글 AI 스튜디오로 개발하기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aistudio.google.com 접속 후 새 채팅 시작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다운로드한 설계표 마크다운 파일을 첨부하거나 내용을 붙여넣기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파일 안에 들어있는 “개발 가이드” 프롬프트를 그대로 이어서 붙여넣기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AI가 만들어준 코드를 복사해서 .html 파일로 저장 후, 더블클릭해서 브라우저로 테스트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FFF8E6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54864" cy="777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안 될 때는 "키워드 매칭이 안 돼요", "디자인을 캐릭터 느낌에 맞게 바꿔줘" 처럼 구체적으로 다시 요청해보세요!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19088"/>
            <a:ext cx="12188952" cy="10972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⚔️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예시: 캐릭터 챗봇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루크 스카이워커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D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완성된 예시로 어떤 챗봇을 만들 수 있는지 구경해볼까요?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4023360" cy="6858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148_chatBot_Luke.html 실행해보기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캐릭터로도 똑같은 방법으로 완성할 수 있어요!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515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배운 것 정리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프로그래머의 역할과 “순서도적 사고” — 애매함 없이 정확하게 지시하는 힘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바이브 코딩 &amp; 구글 AI 스튜디오로 AI와 함께 개발하는 방법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마크다운으로 프롬프트를 체계적으로 정리하는 방법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캐릭터 챗봇을 설계표로 설계하고, AI로 완성하기까지의 전체 과정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6547104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0" y="6547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19088"/>
            <a:ext cx="12188952" cy="10972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🙌 수고하셨습니다!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D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나만의 캐릭터 챗봇, 친구들에게도 자랑해보세요!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드림하이파이브-덕수중 진로캠프 · 프로그래머 직업인멘토링 및 실무체험 (유한대학교)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사용자 지정</PresentationFormat>
  <Paragraphs>149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유한대학교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프로그래머 직업인멘토링 및 실무체험</dc:title>
  <dc:subject>PptxGenJS Presentation</dc:subject>
  <dc:creator>유한대학교</dc:creator>
  <cp:lastModifiedBy>이윤임(교원)</cp:lastModifiedBy>
  <cp:revision>1</cp:revision>
  <dcterms:created xsi:type="dcterms:W3CDTF">2026-08-31T14:07:19Z</dcterms:created>
  <dcterms:modified xsi:type="dcterms:W3CDTF">2026-08-31T14:09:16Z</dcterms:modified>
</cp:coreProperties>
</file>